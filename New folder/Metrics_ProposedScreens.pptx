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44EA3-436C-485C-A8F6-DB05C8905F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21A0ED-C6C5-4AF3-853E-D7A272ABFA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B937A-35A5-4356-AA15-F09E96398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D166-1D4D-46B1-858F-F0EA70B0F2B2}" type="datetimeFigureOut">
              <a:rPr lang="en-US" smtClean="0"/>
              <a:t>3/3/2021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32AC7-22D3-42BA-B6E1-5ACF61012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7D0DB-DE77-48EA-BD56-DB2713827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9C1F-0D4A-40B8-8866-A330AD46C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317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37761-5811-4214-8126-3128F829B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9AC00-0660-4A38-AEF9-A1FE1E174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6CC86-8FF8-4B67-BC52-BC7FCB6D6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D166-1D4D-46B1-858F-F0EA70B0F2B2}" type="datetimeFigureOut">
              <a:rPr lang="en-US" smtClean="0"/>
              <a:t>3/3/2021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40543-2432-4FF8-A6BA-2614E1276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30445-1CD6-4429-8BAD-DC50145A9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9C1F-0D4A-40B8-8866-A330AD46C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43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98CE7-D8E2-42AF-9745-2E5D1ADB7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8F76AB-BE04-440A-975D-C071C915F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6BC17-7C77-4EC5-A8B6-FA1077597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D166-1D4D-46B1-858F-F0EA70B0F2B2}" type="datetimeFigureOut">
              <a:rPr lang="en-US" smtClean="0"/>
              <a:t>3/3/2021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086EB-0A61-40FC-8434-5086C0FA1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DAE7E-721C-466C-9C6B-C404FF424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9C1F-0D4A-40B8-8866-A330AD46C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151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D07DA-5984-41F4-8273-3CDD705EE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969EC-D3E8-42EB-81DE-DD52F292AE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EE78E1-8986-472D-A2E9-800F5F5D66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9A4E15-0515-4F3E-860A-A2F12926C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D166-1D4D-46B1-858F-F0EA70B0F2B2}" type="datetimeFigureOut">
              <a:rPr lang="en-US" smtClean="0"/>
              <a:t>3/3/2021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C8E9F0-F253-458F-B15D-574758EDE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E08DBA-BE60-4FC2-8913-874366018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9C1F-0D4A-40B8-8866-A330AD46C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926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136C7-427D-492A-ABFE-FE1CD8AC6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72963-22D6-4548-A167-907CE09A1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FC87FB-1A87-48C6-9C22-5470239B0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7D60AB-6AF4-41A5-BDDC-D862BE9F1D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6A5F7F-854D-4959-AA7F-4001469057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F4F16E-987E-4A53-8986-DDB22D70C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D166-1D4D-46B1-858F-F0EA70B0F2B2}" type="datetimeFigureOut">
              <a:rPr lang="en-US" smtClean="0"/>
              <a:t>3/3/2021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C1CC45-67A1-4AF6-B08B-FAC55DA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0C5B49-245B-4FD7-8605-D7887B30B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9C1F-0D4A-40B8-8866-A330AD46C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610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F846D-179A-4406-B412-8A929B88B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9AD8A6-6158-4D22-9947-139E20AB4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D166-1D4D-46B1-858F-F0EA70B0F2B2}" type="datetimeFigureOut">
              <a:rPr lang="en-US" smtClean="0"/>
              <a:t>3/3/2021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413230-FEE5-4C4A-A214-B89952A07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560316-BF6B-499C-8624-0ABC16333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9C1F-0D4A-40B8-8866-A330AD46C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182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CDB3AB-5855-4A10-8E1A-EF87A1807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D166-1D4D-46B1-858F-F0EA70B0F2B2}" type="datetimeFigureOut">
              <a:rPr lang="en-US" smtClean="0"/>
              <a:t>3/3/2021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4A7151-F328-41A7-AF68-7FB800D4D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740F4-8171-4395-91A9-32E9DDBBA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9C1F-0D4A-40B8-8866-A330AD46C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109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A0E81-1E8D-4688-BE88-125FE1F61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24C9F-60C7-4709-8AC5-3B31B2CAB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296F56-31F5-4CE9-B845-30E95CF44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0D9E4A-FCBE-4F9F-8CB7-76E6CF4FB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D166-1D4D-46B1-858F-F0EA70B0F2B2}" type="datetimeFigureOut">
              <a:rPr lang="en-US" smtClean="0"/>
              <a:t>3/3/2021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A7CDA-5924-4E55-AAF2-0CC04548E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6A2EE-4D52-435C-B4F3-2ADAA4379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9C1F-0D4A-40B8-8866-A330AD46C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849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B45B4-EF54-43EF-A9F3-C742EC209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1324BC-7EFE-47E3-ACAA-EDC2DFED5F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E5845E-77E8-48B6-970E-1FF86F3C37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08724D-EDF8-47AE-B041-032750A6A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D166-1D4D-46B1-858F-F0EA70B0F2B2}" type="datetimeFigureOut">
              <a:rPr lang="en-US" smtClean="0"/>
              <a:t>3/3/2021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A3EF1E-B089-4047-957D-6836A55B0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6D903-B017-4244-A2F1-C74090301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9C1F-0D4A-40B8-8866-A330AD46C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940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7D6E4-4F0C-47F3-AF2A-7942F1EF9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E80CEF-3D4D-46C2-8851-A85A866BF0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545F5-3F04-4724-93C8-BDC6F8A1A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D166-1D4D-46B1-858F-F0EA70B0F2B2}" type="datetimeFigureOut">
              <a:rPr lang="en-US" smtClean="0"/>
              <a:t>3/3/2021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D6577-D02F-428B-96A6-16006E9A5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21812-0B21-4BA0-99F9-390D913AA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9C1F-0D4A-40B8-8866-A330AD46C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443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08D820-F6E4-409D-BE61-9E7B54684F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C773C4-C4A7-4D56-8D3E-1211206B58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32232-33DD-4828-B9D7-33A4BF2B5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D166-1D4D-46B1-858F-F0EA70B0F2B2}" type="datetimeFigureOut">
              <a:rPr lang="en-US" smtClean="0"/>
              <a:t>3/3/2021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C095E-13B8-4CA1-89B3-A4151E9A1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8D292-47AE-4D0A-A0CB-C8E38D0C8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9C1F-0D4A-40B8-8866-A330AD46C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190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65FB9B-1B99-4F10-A237-989AE5540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CB4CB7-805A-4F5A-A4BF-E1FAB56E7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CC994-D6D9-4AB5-81AA-79E14ACC4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FD166-1D4D-46B1-858F-F0EA70B0F2B2}" type="datetimeFigureOut">
              <a:rPr lang="en-US" smtClean="0"/>
              <a:t>3/3/2021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B2F17-9BC7-4D81-AE33-0303189C58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32837-51FA-4F6E-A412-EA14EF6195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E9C1F-0D4A-40B8-8866-A330AD46C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6AB14B4-5009-4DE6-AECC-5114083B02BC}"/>
              </a:ext>
            </a:extLst>
          </p:cNvPr>
          <p:cNvCxnSpPr/>
          <p:nvPr/>
        </p:nvCxnSpPr>
        <p:spPr>
          <a:xfrm flipV="1">
            <a:off x="0" y="990600"/>
            <a:ext cx="12192000" cy="95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87E1989-6078-42D5-9512-D84E658BA86E}"/>
              </a:ext>
            </a:extLst>
          </p:cNvPr>
          <p:cNvCxnSpPr/>
          <p:nvPr/>
        </p:nvCxnSpPr>
        <p:spPr>
          <a:xfrm flipV="1">
            <a:off x="0" y="1409700"/>
            <a:ext cx="12192000" cy="133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694C442-5603-4F28-A9EF-8B6EB86C0FFE}"/>
              </a:ext>
            </a:extLst>
          </p:cNvPr>
          <p:cNvSpPr/>
          <p:nvPr/>
        </p:nvSpPr>
        <p:spPr>
          <a:xfrm>
            <a:off x="10363200" y="76200"/>
            <a:ext cx="1743075" cy="809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445701-6DA8-4D9A-BB77-8D5A8E86B1FE}"/>
              </a:ext>
            </a:extLst>
          </p:cNvPr>
          <p:cNvSpPr/>
          <p:nvPr/>
        </p:nvSpPr>
        <p:spPr>
          <a:xfrm>
            <a:off x="3419475" y="247650"/>
            <a:ext cx="4133850" cy="6953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 Name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996ED2C-884F-4AAF-AD47-10DE3C3E4620}"/>
              </a:ext>
            </a:extLst>
          </p:cNvPr>
          <p:cNvSpPr/>
          <p:nvPr/>
        </p:nvSpPr>
        <p:spPr>
          <a:xfrm>
            <a:off x="11029950" y="1019175"/>
            <a:ext cx="990600" cy="3238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SignIn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7154B74-828F-4C85-AE8F-B9DDC32FE3C9}"/>
              </a:ext>
            </a:extLst>
          </p:cNvPr>
          <p:cNvSpPr/>
          <p:nvPr/>
        </p:nvSpPr>
        <p:spPr>
          <a:xfrm>
            <a:off x="638175" y="2447925"/>
            <a:ext cx="2476500" cy="25908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Forecast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A13FF29-BCA0-46F5-A5EE-EB65681E4CB9}"/>
              </a:ext>
            </a:extLst>
          </p:cNvPr>
          <p:cNvSpPr/>
          <p:nvPr/>
        </p:nvSpPr>
        <p:spPr>
          <a:xfrm>
            <a:off x="6229352" y="2447925"/>
            <a:ext cx="2524123" cy="25527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Recon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B5AA806-E378-4DCF-A431-88ABC52D544A}"/>
              </a:ext>
            </a:extLst>
          </p:cNvPr>
          <p:cNvSpPr/>
          <p:nvPr/>
        </p:nvSpPr>
        <p:spPr>
          <a:xfrm>
            <a:off x="3276600" y="2447925"/>
            <a:ext cx="2686050" cy="25908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Actual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1787730-5142-4E98-A390-6C85553EDE9C}"/>
              </a:ext>
            </a:extLst>
          </p:cNvPr>
          <p:cNvSpPr/>
          <p:nvPr/>
        </p:nvSpPr>
        <p:spPr>
          <a:xfrm>
            <a:off x="9101138" y="2371725"/>
            <a:ext cx="2524123" cy="25527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MasterData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284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6AB14B4-5009-4DE6-AECC-5114083B02BC}"/>
              </a:ext>
            </a:extLst>
          </p:cNvPr>
          <p:cNvCxnSpPr/>
          <p:nvPr/>
        </p:nvCxnSpPr>
        <p:spPr>
          <a:xfrm flipV="1">
            <a:off x="0" y="990600"/>
            <a:ext cx="12192000" cy="95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87E1989-6078-42D5-9512-D84E658BA86E}"/>
              </a:ext>
            </a:extLst>
          </p:cNvPr>
          <p:cNvCxnSpPr/>
          <p:nvPr/>
        </p:nvCxnSpPr>
        <p:spPr>
          <a:xfrm flipV="1">
            <a:off x="0" y="1409700"/>
            <a:ext cx="12192000" cy="133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694C442-5603-4F28-A9EF-8B6EB86C0FFE}"/>
              </a:ext>
            </a:extLst>
          </p:cNvPr>
          <p:cNvSpPr/>
          <p:nvPr/>
        </p:nvSpPr>
        <p:spPr>
          <a:xfrm>
            <a:off x="10363200" y="76200"/>
            <a:ext cx="1743075" cy="809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445701-6DA8-4D9A-BB77-8D5A8E86B1FE}"/>
              </a:ext>
            </a:extLst>
          </p:cNvPr>
          <p:cNvSpPr/>
          <p:nvPr/>
        </p:nvSpPr>
        <p:spPr>
          <a:xfrm>
            <a:off x="3419475" y="247650"/>
            <a:ext cx="4133850" cy="6953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 Name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996ED2C-884F-4AAF-AD47-10DE3C3E4620}"/>
              </a:ext>
            </a:extLst>
          </p:cNvPr>
          <p:cNvSpPr/>
          <p:nvPr/>
        </p:nvSpPr>
        <p:spPr>
          <a:xfrm>
            <a:off x="11029950" y="1019175"/>
            <a:ext cx="990600" cy="3238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SignIn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7154B74-828F-4C85-AE8F-B9DDC32FE3C9}"/>
              </a:ext>
            </a:extLst>
          </p:cNvPr>
          <p:cNvSpPr/>
          <p:nvPr/>
        </p:nvSpPr>
        <p:spPr>
          <a:xfrm rot="20425181">
            <a:off x="16033" y="568354"/>
            <a:ext cx="3257550" cy="4095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MasterData</a:t>
            </a:r>
            <a:r>
              <a:rPr lang="en-US" dirty="0"/>
              <a:t> – Rate Chart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1BBE132-D358-4243-AD8B-7CFBD0732CBA}"/>
              </a:ext>
            </a:extLst>
          </p:cNvPr>
          <p:cNvSpPr/>
          <p:nvPr/>
        </p:nvSpPr>
        <p:spPr>
          <a:xfrm>
            <a:off x="8086725" y="1085850"/>
            <a:ext cx="1943100" cy="2571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 Config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D98809-883A-4F8D-A587-BB562E5367F3}"/>
              </a:ext>
            </a:extLst>
          </p:cNvPr>
          <p:cNvSpPr/>
          <p:nvPr/>
        </p:nvSpPr>
        <p:spPr>
          <a:xfrm>
            <a:off x="2209800" y="2533650"/>
            <a:ext cx="5610225" cy="4857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65E3AF0-9E67-4C0F-99B2-8AA20888911F}"/>
              </a:ext>
            </a:extLst>
          </p:cNvPr>
          <p:cNvSpPr/>
          <p:nvPr/>
        </p:nvSpPr>
        <p:spPr>
          <a:xfrm>
            <a:off x="8181975" y="2533650"/>
            <a:ext cx="1228725" cy="485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Upload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12A4989-720A-4F89-A7A0-4502359816E6}"/>
              </a:ext>
            </a:extLst>
          </p:cNvPr>
          <p:cNvSpPr/>
          <p:nvPr/>
        </p:nvSpPr>
        <p:spPr>
          <a:xfrm>
            <a:off x="9734550" y="2533650"/>
            <a:ext cx="1104900" cy="485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</a:t>
            </a:r>
          </a:p>
        </p:txBody>
      </p:sp>
      <p:graphicFrame>
        <p:nvGraphicFramePr>
          <p:cNvPr id="15" name="Table 15">
            <a:extLst>
              <a:ext uri="{FF2B5EF4-FFF2-40B4-BE49-F238E27FC236}">
                <a16:creationId xmlns:a16="http://schemas.microsoft.com/office/drawing/2014/main" id="{835527A3-BE4B-4548-A42F-4B5FCC83C1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0989325"/>
              </p:ext>
            </p:extLst>
          </p:nvPr>
        </p:nvGraphicFramePr>
        <p:xfrm>
          <a:off x="1355724" y="3586479"/>
          <a:ext cx="10207624" cy="2957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8232">
                  <a:extLst>
                    <a:ext uri="{9D8B030D-6E8A-4147-A177-3AD203B41FA5}">
                      <a16:colId xmlns:a16="http://schemas.microsoft.com/office/drawing/2014/main" val="1808474856"/>
                    </a:ext>
                  </a:extLst>
                </a:gridCol>
                <a:gridCol w="1458232">
                  <a:extLst>
                    <a:ext uri="{9D8B030D-6E8A-4147-A177-3AD203B41FA5}">
                      <a16:colId xmlns:a16="http://schemas.microsoft.com/office/drawing/2014/main" val="1318747397"/>
                    </a:ext>
                  </a:extLst>
                </a:gridCol>
                <a:gridCol w="1458232">
                  <a:extLst>
                    <a:ext uri="{9D8B030D-6E8A-4147-A177-3AD203B41FA5}">
                      <a16:colId xmlns:a16="http://schemas.microsoft.com/office/drawing/2014/main" val="4148182855"/>
                    </a:ext>
                  </a:extLst>
                </a:gridCol>
                <a:gridCol w="1458232">
                  <a:extLst>
                    <a:ext uri="{9D8B030D-6E8A-4147-A177-3AD203B41FA5}">
                      <a16:colId xmlns:a16="http://schemas.microsoft.com/office/drawing/2014/main" val="1554027550"/>
                    </a:ext>
                  </a:extLst>
                </a:gridCol>
                <a:gridCol w="1458232">
                  <a:extLst>
                    <a:ext uri="{9D8B030D-6E8A-4147-A177-3AD203B41FA5}">
                      <a16:colId xmlns:a16="http://schemas.microsoft.com/office/drawing/2014/main" val="1645626949"/>
                    </a:ext>
                  </a:extLst>
                </a:gridCol>
                <a:gridCol w="1458232">
                  <a:extLst>
                    <a:ext uri="{9D8B030D-6E8A-4147-A177-3AD203B41FA5}">
                      <a16:colId xmlns:a16="http://schemas.microsoft.com/office/drawing/2014/main" val="637209104"/>
                    </a:ext>
                  </a:extLst>
                </a:gridCol>
                <a:gridCol w="1458232">
                  <a:extLst>
                    <a:ext uri="{9D8B030D-6E8A-4147-A177-3AD203B41FA5}">
                      <a16:colId xmlns:a16="http://schemas.microsoft.com/office/drawing/2014/main" val="4276736050"/>
                    </a:ext>
                  </a:extLst>
                </a:gridCol>
              </a:tblGrid>
              <a:tr h="42245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284507"/>
                  </a:ext>
                </a:extLst>
              </a:tr>
              <a:tr h="42245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726370"/>
                  </a:ext>
                </a:extLst>
              </a:tr>
              <a:tr h="42245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8200348"/>
                  </a:ext>
                </a:extLst>
              </a:tr>
              <a:tr h="42245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7699760"/>
                  </a:ext>
                </a:extLst>
              </a:tr>
              <a:tr h="42245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7157"/>
                  </a:ext>
                </a:extLst>
              </a:tr>
              <a:tr h="42245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6602193"/>
                  </a:ext>
                </a:extLst>
              </a:tr>
              <a:tr h="42245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775437"/>
                  </a:ext>
                </a:extLst>
              </a:tr>
            </a:tbl>
          </a:graphicData>
        </a:graphic>
      </p:graphicFrame>
      <p:sp>
        <p:nvSpPr>
          <p:cNvPr id="17" name="Flowchart: Collate 16">
            <a:extLst>
              <a:ext uri="{FF2B5EF4-FFF2-40B4-BE49-F238E27FC236}">
                <a16:creationId xmlns:a16="http://schemas.microsoft.com/office/drawing/2014/main" id="{D153F256-8896-4715-B707-17FFBF93AFF8}"/>
              </a:ext>
            </a:extLst>
          </p:cNvPr>
          <p:cNvSpPr/>
          <p:nvPr/>
        </p:nvSpPr>
        <p:spPr>
          <a:xfrm>
            <a:off x="2566987" y="3600450"/>
            <a:ext cx="276225" cy="347979"/>
          </a:xfrm>
          <a:prstGeom prst="flowChartCollat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Flowchart: Collate 17">
            <a:extLst>
              <a:ext uri="{FF2B5EF4-FFF2-40B4-BE49-F238E27FC236}">
                <a16:creationId xmlns:a16="http://schemas.microsoft.com/office/drawing/2014/main" id="{F1933EFD-B99E-422D-8216-31873B967A52}"/>
              </a:ext>
            </a:extLst>
          </p:cNvPr>
          <p:cNvSpPr/>
          <p:nvPr/>
        </p:nvSpPr>
        <p:spPr>
          <a:xfrm>
            <a:off x="3992562" y="3605529"/>
            <a:ext cx="276225" cy="347979"/>
          </a:xfrm>
          <a:prstGeom prst="flowChartCollat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Flowchart: Collate 18">
            <a:extLst>
              <a:ext uri="{FF2B5EF4-FFF2-40B4-BE49-F238E27FC236}">
                <a16:creationId xmlns:a16="http://schemas.microsoft.com/office/drawing/2014/main" id="{33E7B6A9-041D-4E02-9EB5-3482184E034D}"/>
              </a:ext>
            </a:extLst>
          </p:cNvPr>
          <p:cNvSpPr/>
          <p:nvPr/>
        </p:nvSpPr>
        <p:spPr>
          <a:xfrm>
            <a:off x="5486400" y="3600450"/>
            <a:ext cx="276225" cy="347979"/>
          </a:xfrm>
          <a:prstGeom prst="flowChartCollat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Flowchart: Collate 19">
            <a:extLst>
              <a:ext uri="{FF2B5EF4-FFF2-40B4-BE49-F238E27FC236}">
                <a16:creationId xmlns:a16="http://schemas.microsoft.com/office/drawing/2014/main" id="{7796016F-C8B1-46BD-ABB9-E953445B68FF}"/>
              </a:ext>
            </a:extLst>
          </p:cNvPr>
          <p:cNvSpPr/>
          <p:nvPr/>
        </p:nvSpPr>
        <p:spPr>
          <a:xfrm>
            <a:off x="6942138" y="3600450"/>
            <a:ext cx="276225" cy="347979"/>
          </a:xfrm>
          <a:prstGeom prst="flowChartCollat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Flowchart: Collate 20">
            <a:extLst>
              <a:ext uri="{FF2B5EF4-FFF2-40B4-BE49-F238E27FC236}">
                <a16:creationId xmlns:a16="http://schemas.microsoft.com/office/drawing/2014/main" id="{1359AC06-201B-469C-9D4A-B3E791795380}"/>
              </a:ext>
            </a:extLst>
          </p:cNvPr>
          <p:cNvSpPr/>
          <p:nvPr/>
        </p:nvSpPr>
        <p:spPr>
          <a:xfrm>
            <a:off x="8397876" y="3600450"/>
            <a:ext cx="276225" cy="347979"/>
          </a:xfrm>
          <a:prstGeom prst="flowChartCollat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Flowchart: Collate 21">
            <a:extLst>
              <a:ext uri="{FF2B5EF4-FFF2-40B4-BE49-F238E27FC236}">
                <a16:creationId xmlns:a16="http://schemas.microsoft.com/office/drawing/2014/main" id="{97EEA8B8-2504-4829-A9E8-3C25EA786A53}"/>
              </a:ext>
            </a:extLst>
          </p:cNvPr>
          <p:cNvSpPr/>
          <p:nvPr/>
        </p:nvSpPr>
        <p:spPr>
          <a:xfrm>
            <a:off x="9853614" y="3619501"/>
            <a:ext cx="276225" cy="347979"/>
          </a:xfrm>
          <a:prstGeom prst="flowChartCollat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Flowchart: Collate 22">
            <a:extLst>
              <a:ext uri="{FF2B5EF4-FFF2-40B4-BE49-F238E27FC236}">
                <a16:creationId xmlns:a16="http://schemas.microsoft.com/office/drawing/2014/main" id="{B99EA4F5-DF58-40FE-828F-3F4DEA973B6C}"/>
              </a:ext>
            </a:extLst>
          </p:cNvPr>
          <p:cNvSpPr/>
          <p:nvPr/>
        </p:nvSpPr>
        <p:spPr>
          <a:xfrm>
            <a:off x="11209339" y="3619501"/>
            <a:ext cx="276225" cy="347979"/>
          </a:xfrm>
          <a:prstGeom prst="flowChartCollat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2ED3CF6-2E5B-462B-ADE1-44729FC2A699}"/>
              </a:ext>
            </a:extLst>
          </p:cNvPr>
          <p:cNvSpPr/>
          <p:nvPr/>
        </p:nvSpPr>
        <p:spPr>
          <a:xfrm>
            <a:off x="8674101" y="6619875"/>
            <a:ext cx="2012949" cy="2000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Export</a:t>
            </a:r>
          </a:p>
        </p:txBody>
      </p:sp>
    </p:spTree>
    <p:extLst>
      <p:ext uri="{BB962C8B-B14F-4D97-AF65-F5344CB8AC3E}">
        <p14:creationId xmlns:p14="http://schemas.microsoft.com/office/powerpoint/2010/main" val="2313414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A9A71-96E8-4352-A088-8337807E6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875"/>
            <a:ext cx="10515600" cy="603408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Master Data</a:t>
            </a:r>
          </a:p>
          <a:p>
            <a:pPr marL="0" indent="0">
              <a:buNone/>
            </a:pPr>
            <a:r>
              <a:rPr lang="en-US" dirty="0"/>
              <a:t>--------------------------</a:t>
            </a:r>
          </a:p>
          <a:p>
            <a:pPr marL="0" indent="0">
              <a:buNone/>
            </a:pPr>
            <a:r>
              <a:rPr lang="en-US" dirty="0"/>
              <a:t>Region</a:t>
            </a:r>
          </a:p>
          <a:p>
            <a:pPr marL="0" indent="0">
              <a:buNone/>
            </a:pPr>
            <a:r>
              <a:rPr lang="en-US" dirty="0"/>
              <a:t>Sub Group  </a:t>
            </a:r>
          </a:p>
          <a:p>
            <a:pPr marL="0" indent="0">
              <a:buNone/>
            </a:pPr>
            <a:r>
              <a:rPr lang="en-US" dirty="0"/>
              <a:t>Project</a:t>
            </a:r>
          </a:p>
          <a:p>
            <a:pPr marL="0" indent="0">
              <a:buNone/>
            </a:pPr>
            <a:r>
              <a:rPr lang="en-US" dirty="0"/>
              <a:t>Resource</a:t>
            </a:r>
          </a:p>
          <a:p>
            <a:pPr marL="0" indent="0">
              <a:buNone/>
            </a:pPr>
            <a:r>
              <a:rPr lang="en-US" dirty="0"/>
              <a:t>Rate Chart</a:t>
            </a:r>
          </a:p>
          <a:p>
            <a:pPr marL="0" indent="0">
              <a:buNone/>
            </a:pPr>
            <a:r>
              <a:rPr lang="en-US" dirty="0"/>
              <a:t>Leave Planner</a:t>
            </a:r>
          </a:p>
          <a:p>
            <a:pPr marL="0" indent="0">
              <a:buNone/>
            </a:pPr>
            <a:r>
              <a:rPr lang="en-US" dirty="0"/>
              <a:t>Invoice Cycle</a:t>
            </a:r>
          </a:p>
        </p:txBody>
      </p:sp>
    </p:spTree>
    <p:extLst>
      <p:ext uri="{BB962C8B-B14F-4D97-AF65-F5344CB8AC3E}">
        <p14:creationId xmlns:p14="http://schemas.microsoft.com/office/powerpoint/2010/main" val="3855393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35</Words>
  <Application>Microsoft Office PowerPoint</Application>
  <PresentationFormat>Widescreen</PresentationFormat>
  <Paragraphs>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Surajit Mukhopadhyay</dc:creator>
  <cp:lastModifiedBy>Surajit Mukhopadhyay</cp:lastModifiedBy>
  <cp:revision>4</cp:revision>
  <dcterms:created xsi:type="dcterms:W3CDTF">2021-03-03T07:12:03Z</dcterms:created>
  <dcterms:modified xsi:type="dcterms:W3CDTF">2021-03-03T07:44:08Z</dcterms:modified>
</cp:coreProperties>
</file>